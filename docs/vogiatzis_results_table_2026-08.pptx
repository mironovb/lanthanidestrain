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is out-of-fold under leave-extractants-out CV (5x3), ensembled over 16-32 seeds. 'July baseline' refers to the internal July 22 report (docs/README_2026-07-22.md), the frozen pre-registered result of the topology campaign - not a publication. Best at absolute log D (trees, 0.508) is not best at separations - that is why the combination exists and why the loss was re-aimed at the pairs. The contrast-weight change trades overall for pairs on the simplicial arm (0.359/0.239 -&gt; 0.341/0.243); on the distance arm it gives 0.343/0.266. The 0.313 pair-fitted combination is exploratory: no clean held-out partition remains. Ceiling from 203 repeated (composition, adjacent-pair) cases: reproducibility 0.153 vs spread 0.224.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E4A"/>
                </a:solidFill>
              </a:rPr>
              <a:t>Results: overall accuracy and adjacent-pair separations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2514E"/>
                </a:solidFill>
              </a:rPr>
              <a:t>Leave-extractants-out cross-validation (5 folds × 3 repeats), out-of-fold, 16–32-seed ensembles · 4,746 rows · 905 adjacent pairs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00200"/>
          <a:ext cx="1051560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377440"/>
                <a:gridCol w="237744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2E4A"/>
                          </a:solidFill>
                        </a:rPr>
                        <a:t>Model</a:t>
                      </a:r>
                    </a:p>
                  </a:txBody>
                  <a:tcPr marL="109728" marR="73152" marT="27432" marB="27432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A2E4A"/>
                          </a:solidFill>
                        </a:rPr>
                        <a:t>Overall log D R²</a:t>
                      </a:r>
                    </a:p>
                  </a:txBody>
                  <a:tcPr marL="109728" marR="73152" marT="27432" marB="27432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A2E4A"/>
                          </a:solidFill>
                        </a:rPr>
                        <a:t>Adjacent-pair log SF R²</a:t>
                      </a:r>
                    </a:p>
                  </a:txBody>
                  <a:tcPr marL="109728" marR="73152" marT="27432" marB="27432">
                    <a:solidFill>
                      <a:srgbClr val="E3E5E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Gradient-boosted trees (quantile loss)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0.508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0.278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Fingerprint network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0.322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0.221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3D distance encoder + new contrast weight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0.343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0.266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3D simplicial network, July objective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0.359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0.239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3D simplicial network + new contrast weight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0.341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0.243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July 3-model combination (baseline)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0.437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0.267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01214"/>
                          </a:solidFill>
                        </a:rPr>
                        <a:t>Best combination, fitted on pairs directly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214"/>
                          </a:solidFill>
                        </a:rPr>
                        <a:t>—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214"/>
                          </a:solidFill>
                        </a:rPr>
                        <a:t>0.313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Ceiling supported by the labels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—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≈ 0.53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897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2514E"/>
                </a:solidFill>
              </a:rPr>
              <a:t>'July objective' / 'July baseline' = the objective and 3-model stack frozen in the July 2026 internal report (contrast weight 2), before this campaign's loss changes — nothing is published yet. The pair-fitted combination optimises pairs only, so it has no overall score. Ceiling: separations reproduce to ±0.153 on a spread of 0.224 → 1 − (0.153/0.224)² ≈ 0.53.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